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the Q2 dip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in Città di Roma</a:t>
            </a:r>
          </a:p>
          <a:p>
            <a:r>
              <a:t>Costs fell by 3 €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Opening slide, stored last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